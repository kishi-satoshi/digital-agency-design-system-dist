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invalid/guide" TargetMode="Externa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lang="ja-JP">
                <a:solidFill>
                  <a:srgbClr val="BBBBBB"/>
                </a:solidFill>
              </a:rPr>
              <a:t>薄くて読みにくい説明文です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lang="ja-JP"/>
              <a:t>申請の流れ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lang="ja-JP"/>
              <a:t>出典：とても小さい文字の注記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lang="en-US">
                <a:solidFill>
                  <a:srgbClr val="FF00AA"/>
                </a:solidFill>
                <a:latin typeface="Comic Sans MS"/>
                <a:ea typeface="Comic Sans MS"/>
              </a:rPr>
              <a:t>テーマにない色とフォント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lang="ja-JP">
                <a:hlinkClick r:id="rId2"/>
              </a:rPr>
              <a:t>こちら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0"/>
            <a:ext cx="18288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54864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800" lang="ja-JP"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lang="ja-JP"/>
                        <a:t>内容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lang="ja-JP"/>
                        <a:t>期限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lang="ja-JP"/>
                        <a:t>毎月末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800" lang="ja-JP"/>
                        <a:t>窓口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lang="ja-JP"/>
                        <a:t>総務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lang="ja-JP"/>
              <a:t>注意事項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lang="ja-JP"/>
              <a:t>注意事項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