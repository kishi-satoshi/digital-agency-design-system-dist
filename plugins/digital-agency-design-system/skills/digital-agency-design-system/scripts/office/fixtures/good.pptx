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invalid/gui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lang="ja-JP"/>
              <a:t>申請の流れ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lang="ja-JP"/>
              <a:t>申請は毎月末までに総務へ出します</a:t>
            </a:r>
          </a:p>
        </p:txBody>
      </p:sp>
      <p:pic>
        <p:nvPicPr>
          <p:cNvPr id="4" name="Picture 3" descr="申請から承認までの3つの段階を示す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1828800" cy="1097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256032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800" lang="ja-JP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lang="ja-JP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lang="ja-JP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lang="ja-JP"/>
                        <a:t>毎月末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lang="ja-JP"/>
              <a:t>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lang="ja-JP">
                <a:hlinkClick r:id="rId2"/>
              </a:rPr>
              <a:t>申請の手引き（社内ポータル）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